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 Walsh | Cush Real Estate | Listing Presentation</dc:title>
  <dc:subject>Maximizing Your Home's Value Through Strategic Design</dc:subject>
  <dc:creator>Sean Walsh, Cush Real Estate By Design</dc:creator>
  <cp:lastModifiedBy>Sean Walsh, Cush Real Estate By Design</cp:lastModifiedBy>
  <cp:revision>1</cp:revision>
  <dcterms:created xsi:type="dcterms:W3CDTF">2026-06-27T13:45:47Z</dcterms:created>
  <dcterms:modified xsi:type="dcterms:W3CDTF">2026-06-27T13:45:47Z</dcterms:modified>
</cp:coreProperties>
</file>